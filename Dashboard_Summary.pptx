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10" Type="http://schemas.openxmlformats.org/officeDocument/2006/relationships/slide" Target="slides/slide4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Task 4: Dashboard Design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Interactive Business Dashboard – Summary Report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Objective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Design an interactive dashboard for business stakeholders.</a:t>
            </a:r>
          </a:p>
          <a:p>
            <a:r>
              <a:t>• Tools: Power BI / Tableau</a:t>
            </a:r>
          </a:p>
          <a:p>
            <a:r>
              <a:t>• Dataset: Sample Sales Financial Dataset</a:t>
            </a:r>
          </a:p>
          <a:p/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KPIs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Total Sales</a:t>
            </a:r>
          </a:p>
          <a:p>
            <a:r>
              <a:t>• Total Profit</a:t>
            </a:r>
          </a:p>
          <a:p>
            <a:r>
              <a:t>• Sales Growth %</a:t>
            </a:r>
          </a:p>
          <a:p>
            <a:r>
              <a:t>• Monthly Trends</a:t>
            </a:r>
          </a:p>
          <a:p>
            <a:r>
              <a:t>• Regional Performance</a:t>
            </a:r>
          </a:p>
          <a:p/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Dashboard Elements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Slicers/Filters (Region, Category, Date)</a:t>
            </a:r>
          </a:p>
          <a:p>
            <a:r>
              <a:t>• Time-series Line Chart</a:t>
            </a:r>
          </a:p>
          <a:p>
            <a:r>
              <a:t>• Sales by Category Bar Chart</a:t>
            </a:r>
          </a:p>
          <a:p>
            <a:r>
              <a:t>• Profit by Region Map or Bar Chart</a:t>
            </a:r>
          </a:p>
          <a:p>
            <a:r>
              <a:t>• Summary Cards (Totals)</a:t>
            </a:r>
          </a:p>
          <a:p/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